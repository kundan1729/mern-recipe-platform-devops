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32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857250"/>
            <a:ext cx="9143771" cy="72009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0" y="1748790"/>
            <a:ext cx="4986430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3294B"/>
                </a:solidFill>
              </a:defRPr>
            </a:pPr>
            <a:r>
              <a:rPr sz="3150"/>
              <a:t>DevOps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1" y="2537460"/>
            <a:ext cx="67958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6B2"/>
                </a:solidFill>
              </a:defRPr>
            </a:pPr>
            <a:r>
              <a:t>MERN Recipe Platform: Automation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1"/>
            <a:ext cx="5354286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Name: Kundan Kumar</a:t>
            </a:r>
          </a:p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Registration No: 122065</a:t>
            </a:r>
            <a:r>
              <a:rPr lang="en-US" sz="1725" dirty="0"/>
              <a:t>77</a:t>
            </a:r>
            <a:endParaRPr sz="1725" dirty="0"/>
          </a:p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Course: INT334 : ENTERPRISE APPLICATION AUTOMATION</a:t>
            </a:r>
          </a:p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Presented To: Priyanka Gupta</a:t>
            </a:r>
          </a:p>
        </p:txBody>
      </p:sp>
      <p:pic>
        <p:nvPicPr>
          <p:cNvPr id="6" name="Picture 5" descr="lp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817370"/>
            <a:ext cx="2125980" cy="10353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1" y="5520691"/>
            <a:ext cx="8274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8"/>
                </a:solidFill>
              </a:defRPr>
            </a:pPr>
            <a:r>
              <a:rPr sz="1200"/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🎯 Application: MERN Stack Recipe Platform with AI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📦 Components: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Frontend: React + TypeScript (recipe-client-dev)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Backend: Node.js Express Server (recipe-server-dev)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Database: MongoDB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🌐 Infrastructure: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Local: Docker Compose for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Production: Google Kubernetes Engine (GKE)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857250"/>
            <a:ext cx="9143771" cy="58293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2100"/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0060" y="2366010"/>
            <a:ext cx="137160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rPr sz="1350"/>
              <a:t>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2366010"/>
            <a:ext cx="185166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GKE Ingress</a:t>
            </a:r>
            <a:br>
              <a:rPr sz="1050"/>
            </a:br>
            <a:r>
              <a:rPr sz="1050"/>
              <a:t>/api and 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540" y="1817370"/>
            <a:ext cx="1920240" cy="754380"/>
          </a:xfrm>
          <a:prstGeom prst="roundRect">
            <a:avLst/>
          </a:prstGeom>
          <a:solidFill>
            <a:srgbClr val="E8F5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Frontend</a:t>
            </a:r>
            <a:br>
              <a:rPr sz="1050"/>
            </a:br>
            <a:r>
              <a:rPr sz="1050"/>
              <a:t>React + 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540" y="2914650"/>
            <a:ext cx="1920240" cy="754380"/>
          </a:xfrm>
          <a:prstGeom prst="roundRect">
            <a:avLst/>
          </a:prstGeom>
          <a:solidFill>
            <a:srgbClr val="ECFCF2"/>
          </a:solidFill>
          <a:ln>
            <a:solidFill>
              <a:srgbClr val="2C8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Backend API</a:t>
            </a:r>
            <a:br>
              <a:rPr sz="1050"/>
            </a:br>
            <a:r>
              <a:rPr sz="1050"/>
              <a:t>Node.js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14650"/>
            <a:ext cx="205740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2C8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MongoDB and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354830"/>
            <a:ext cx="3017520" cy="754380"/>
          </a:xfrm>
          <a:prstGeom prst="roundRect">
            <a:avLst/>
          </a:prstGeom>
          <a:solidFill>
            <a:srgbClr val="FFF5E8"/>
          </a:solidFill>
          <a:ln>
            <a:solidFill>
              <a:srgbClr val="DC8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rPr sz="975"/>
              <a:t>GitHub Actions -&gt; Artifact Registry -&gt; GKE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354830"/>
            <a:ext cx="3154680" cy="754380"/>
          </a:xfrm>
          <a:prstGeom prst="roundRect">
            <a:avLst/>
          </a:prstGeom>
          <a:solidFill>
            <a:srgbClr val="FFF1F1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Prometheus + Alertmanager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51660" y="2743200"/>
            <a:ext cx="34290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046220" y="2228850"/>
            <a:ext cx="274320" cy="44577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46220" y="2811780"/>
            <a:ext cx="274320" cy="48006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40780" y="3291840"/>
            <a:ext cx="34290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80660" y="3669030"/>
            <a:ext cx="0" cy="685801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897880" y="3669030"/>
            <a:ext cx="1165860" cy="685801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1: Containerization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Docker &amp;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Multi-stage Builds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Optimized frontend and backend Dockerfiles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Reduces image size and attack surface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Docker Compose for Local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Simplified orchestration for development environment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Service dependencies defined (backend before frontend)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Container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Separate configuration (env_file for secrets)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Port mappings clearly defined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Health checks implementation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2: Kubernetes &amp;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Kubernetes Architecture (GKE)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📊 Namespace Isolation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Dedicated 'mern-app' namespace for resource isolation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Service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Frontend Service: Exposes React app on port 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Backend Service: Exposes API on port 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📡 Ingress Controller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Routes /api/* → backend-service:5000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Routes / → frontend-service:80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Single entry point for all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Deployments &amp; Auto-Scaling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🚀 Rolling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Zero-downtime updates for frontend and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Gradual pod replacement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📈 Horizontal Pod Autoscaling (HPA)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 scaling based on CPU/Memory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Configured for both frontend and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⚙️ Resource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CPU and Memory requests/limits defined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Ensures efficient cluster resource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3: CI/CD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GitHub Actions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🔐 OIDC-Based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Workload Identity Federation with GCP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No static cloud keys stored in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Workflow Triggers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Main branch push: Full build → push → deploy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Pull requests: Validation only (no deployment)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Manual dispatch: On-demand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📦 Pipeline Stages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Validation &amp; linting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Docker image build &amp; push to Google Artifact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Kubernetes manifest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Secrets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🔑 GitHub Secrets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GCP_PROJECT_ID, GAR_LOCATION, GAR_REPOSITORY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GKE_CLUSTER, GKE_LOCATION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GCP_WORKLOAD_IDENTITY_PROVIDER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GCP_SERVICE_ACCOUNT_EMAIL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🔐 Kubernetes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mern-app-secret: Runtime application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Database credentials, API keys, JWT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❌ Security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NO hardcoded secrets in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NO kubeconfig files in repository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4: Observability &amp;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Observability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📊 Prometheus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ServiceMonitor for backend metrics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Custom alert rules for backend services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🚨 Alert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AlertManager for centralized alert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Backend-specific alert rules configured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📈 Metrics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Application performance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Container resource utilization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Request latency and error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5: Infrastructure as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ConfigMap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⚙️ Kubernetes ConfigMap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Centralized application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Non-sensitive configuration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Environment-specific settings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📋 Declarative Manifests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All infrastructure version-controlled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Deployment reproducibility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Easy rollbacks and auditing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📁 Well-Organized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k8s/ directory with logical subdirectories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Clear separation of concerns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6: Security Best Practices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Security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🔐 Identity &amp;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Workload Identity Federation eliminates long-lived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Least-privilege IAM roles for GitHub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🛡️ Secret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Secrets never in code or configuration 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GitHub Secrets for CI/CD credentials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Kubernetes Secrets for runtime credentials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Network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Namespace isolation for workload separation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Service-to-service communication secured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Ingress for external traffic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Repository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📦 Submodule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Frontend and backend tracked as separate submodules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Independent version control and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📋 Configuration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.env files excluded (in .gitignore)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Kubeconfig files never committed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Version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All infrastructure code in Git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Easy CI/CD integration and collaboration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Local Development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🐳 Docker Compose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Single command: docker compose up --build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Automatically builds both frontend and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🚀 Port Mapping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Frontend: http://localhost:3000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Backend: http://localhost:5000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🔑 Environment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Load from .env files for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Service dependencies automatically managed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Identical to production setup (Docker containers)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7: Deployment &amp; Operations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Production Deployment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1️⃣ Code Push →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Developer pushes to main branch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2️⃣ Automated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Linting and build checks run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3️⃣ Image Build &amp;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Docker images built and pushed to Google Artifact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4️⃣ Kubernetes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Rolling update to GKE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Zero-downtime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5️⃣ Health Checks &amp;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 validation and metric collection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Scaling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📈 Horizontal Scaling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HPA adjusts pod replicas based on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Automated response to traffic spikes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CPU and memory-based thresholds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🎯 Load Balancing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Kubernetes Service load balancing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Ingress routes to appropriate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⚡ Performance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Container resource limits prevent runaway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Efficient scheduling across cluster nodes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Disaster Recovery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Backup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All configuration in Git (versioned)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Easy recreation of entire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Rolling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 rollback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Previous versions easily restored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📊 Health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Liveness and readiness probes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 pod restart on failure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8: Tools &amp; Technologies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DevOps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🐳 Container Runtime: Docker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Image building and local orchestration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☸️ Orchestration: Kubernetes (GKE)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Production deployment and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CI/CD: GitHub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Workflow automation and deployment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📦 Registry: Google Artifact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Docker image storage and versioning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📊 Monitoring: Prometheus &amp; AlertManager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Metrics collection and alerting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Key Configuration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📄 docker-compose.yml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Local development orchestration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📂 k8s/ Directory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namespace.yaml: Kubernetes namespace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Deployments: frontend,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Services: Load balancing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Ingress: External routing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Autoscaling: HPA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Observability: Prometheus &amp; AlertManager setup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Monitoring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🔍 Prometheus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Collects metrics from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15-second scrape interval recommended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📊 ServiceMonitor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Automatically discovers monitoring targets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Backend service metrics enabled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🚨 Alert Rules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Custom rules for backend failures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High error rate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Performance degradation alerts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DevOps Maturity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Level: Intermediate to Advanced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🎯 Implemented: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Containerization &amp; orchestration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Automated CI/CD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Infrastructure as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Security best practices (OIDC)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Monitoring and alerting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🚀 Possible Enhancements: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Service mesh (Istio)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GitOps for declarative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Advanced security scanning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DevOps Best Practices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Version Control Everything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Infrastructure, configurations, and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Automation First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Build, test, and deploy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Infrastructure as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Reproducible and version-controlled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Security by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OIDC, no static credentials, secret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Observability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Monitoring, alerting, and metrics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Troubleshooting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❌ Container build fails?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Check Dockerfile syntax and dependencies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❌ Pods keep restarting?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Review liveness/readiness probes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Check resource limits and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❌ Deployment not rolling out?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Verify image exists in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Check cluster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❌ Traffic not routing correctly?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Verify Ingress rules match services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Quick Reference: Essential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🐳 Docker: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docker compose up --build          # Start dev environment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☸️ Kubernetes: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kubectl apply -f k8s/               # Deploy all manifests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kubectl get all -n mern-app        # View all resources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kubectl logs -n mern-app [pod]     # View pod logs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Restart deployment: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kubectl rollout restart deployment/[name] -n mern-app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0"/>
                </a:solidFill>
              </a:defRPr>
            </a:pPr>
            <a:br>
              <a:rPr dirty="0"/>
            </a:br>
            <a:br>
              <a:rPr dirty="0"/>
            </a:br>
            <a:r>
              <a:rPr dirty="0"/>
              <a:t>DevOps practices ensure reliability, security, and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1499</Words>
  <Application>Microsoft Office PowerPoint</Application>
  <PresentationFormat>On-screen Show (4:3)</PresentationFormat>
  <Paragraphs>301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kundan kumar</cp:lastModifiedBy>
  <cp:revision>4</cp:revision>
  <dcterms:created xsi:type="dcterms:W3CDTF">2013-01-27T09:14:16Z</dcterms:created>
  <dcterms:modified xsi:type="dcterms:W3CDTF">2026-04-15T07:41:20Z</dcterms:modified>
  <cp:category/>
</cp:coreProperties>
</file>